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c2e3a21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c2e3a21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c20d15d1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c20d15d1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c2e3a21b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c2e3a21b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c2e3a21b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c2e3a21b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c2e3a21b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c2e3a21b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c2e3a21b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c2e3a21b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d8cfe0528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d8cfe0528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c2e3a21b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c2e3a21b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latin typeface="Times New Roman"/>
                <a:ea typeface="Times New Roman"/>
                <a:cs typeface="Times New Roman"/>
                <a:sym typeface="Times New Roman"/>
              </a:rPr>
              <a:t>StudyOrElse</a:t>
            </a:r>
            <a:endParaRPr sz="9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Eman Abu-Ali | CS 6384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80642">
            <a:off x="1484441" y="1282597"/>
            <a:ext cx="530143" cy="389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Screenshot_2026-04-27_at_12.10.10_PM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18659">
            <a:off x="5786785" y="1256733"/>
            <a:ext cx="528833" cy="406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0"/>
            <a:ext cx="8520600" cy="8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800">
                <a:latin typeface="Times New Roman"/>
                <a:ea typeface="Times New Roman"/>
                <a:cs typeface="Times New Roman"/>
                <a:sym typeface="Times New Roman"/>
              </a:rPr>
              <a:t>Problem Overview &amp; Motivation!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856800"/>
            <a:ext cx="8520600" cy="44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often struggle to maintain focus during study sessions.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issues: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Frequent phone distractions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Leaving workspace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accountability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Inefficient study habits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tools track time, but not behavior.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29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motivates the need for real-time behavioral monitoring systems.</a:t>
            </a:r>
            <a:endParaRPr sz="229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300" y="1474475"/>
            <a:ext cx="422350" cy="3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Screenshot 2026-05-04 at 10.13.18 PM.png"/>
          <p:cNvPicPr preferRelativeResize="0"/>
          <p:nvPr/>
        </p:nvPicPr>
        <p:blipFill rotWithShape="1">
          <a:blip r:embed="rId4">
            <a:alphaModFix/>
          </a:blip>
          <a:srcRect b="8044" l="0" r="0" t="13247"/>
          <a:stretch/>
        </p:blipFill>
        <p:spPr>
          <a:xfrm>
            <a:off x="3696675" y="1925650"/>
            <a:ext cx="486645" cy="44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Screenshot 2026-05-04 at 10.13.4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4152" y="2299054"/>
            <a:ext cx="422349" cy="34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Screenshot 2026-05-04 at 10.14.28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4803" y="3040054"/>
            <a:ext cx="486649" cy="416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Screenshot 2026-05-04 at 10.14.47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59275" y="2708825"/>
            <a:ext cx="422350" cy="27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Screenshot 2026-05-04 at 10.15.10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38696" y="3741875"/>
            <a:ext cx="807524" cy="56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Screenshot_2026-04-27_at_12.10.10_PM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40">
            <a:off x="1134748" y="3787887"/>
            <a:ext cx="615150" cy="472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146950"/>
            <a:ext cx="8520600" cy="8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800">
                <a:latin typeface="Times New Roman"/>
                <a:ea typeface="Times New Roman"/>
                <a:cs typeface="Times New Roman"/>
                <a:sym typeface="Times New Roman"/>
              </a:rPr>
              <a:t>Solution!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5066400" y="1625700"/>
            <a:ext cx="3765900" cy="26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webcam-based system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Estimates user attention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Warning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Distracted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175" y="1285412"/>
            <a:ext cx="4194550" cy="110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3850" y="2291475"/>
            <a:ext cx="3313252" cy="243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4327" y="3108250"/>
            <a:ext cx="409097" cy="30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1075" y="3482075"/>
            <a:ext cx="395600" cy="30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37674" y="3855900"/>
            <a:ext cx="313842" cy="30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 title="pipeline.png"/>
          <p:cNvPicPr preferRelativeResize="0"/>
          <p:nvPr/>
        </p:nvPicPr>
        <p:blipFill rotWithShape="1">
          <a:blip r:embed="rId3">
            <a:alphaModFix/>
          </a:blip>
          <a:srcRect b="1880" l="0" r="0" t="-1880"/>
          <a:stretch/>
        </p:blipFill>
        <p:spPr>
          <a:xfrm>
            <a:off x="-9" y="35305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type="title"/>
          </p:nvPr>
        </p:nvSpPr>
        <p:spPr>
          <a:xfrm>
            <a:off x="464100" y="235450"/>
            <a:ext cx="8520600" cy="8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800">
                <a:latin typeface="Times New Roman"/>
                <a:ea typeface="Times New Roman"/>
                <a:cs typeface="Times New Roman"/>
                <a:sym typeface="Times New Roman"/>
              </a:rPr>
              <a:t>System Pipeline / Method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0"/>
            <a:ext cx="8520600" cy="8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800">
                <a:latin typeface="Times New Roman"/>
                <a:ea typeface="Times New Roman"/>
                <a:cs typeface="Times New Roman"/>
                <a:sym typeface="Times New Roman"/>
              </a:rPr>
              <a:t>Results &amp; Evaluation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450150" y="1045400"/>
            <a:ext cx="3336600" cy="18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Scenarios tested: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Looking away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 usage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Leaving frame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5641250" y="2746600"/>
            <a:ext cx="3336600" cy="1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Observations: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presence detection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 phone detection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classification (thanks to thresholds)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7" title="Screenshot 2026-05-04 at 10.25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6125" y="1326588"/>
            <a:ext cx="2075849" cy="2711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675" y="3135100"/>
            <a:ext cx="1757533" cy="17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6800" y="900025"/>
            <a:ext cx="2193175" cy="16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96900"/>
            <a:ext cx="8520600" cy="8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800">
                <a:latin typeface="Times New Roman"/>
                <a:ea typeface="Times New Roman"/>
                <a:cs typeface="Times New Roman"/>
                <a:sym typeface="Times New Roman"/>
              </a:rPr>
              <a:t>Limitations &amp; Future Work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311700" y="2855475"/>
            <a:ext cx="3738000" cy="22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Lighting sensitivity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Approximate gaze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 positives (phone-like objects)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5641100" y="1066075"/>
            <a:ext cx="3336600" cy="1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Learning-based models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temporal modeling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Multi-user evaluation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18" title="Screenshot 2026-05-04 at 10.30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5675" y="1460675"/>
            <a:ext cx="1876025" cy="241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 title="Screenshot 2026-05-04 at 10.35.1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350" y="1112750"/>
            <a:ext cx="2171175" cy="17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Screenshot 2026-05-04 at 10.35.3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2575" y="2890075"/>
            <a:ext cx="3329122" cy="19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27300" y="1846050"/>
            <a:ext cx="8489400" cy="14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Times New Roman"/>
                <a:ea typeface="Times New Roman"/>
                <a:cs typeface="Times New Roman"/>
                <a:sym typeface="Times New Roman"/>
              </a:rPr>
              <a:t>Demo!</a:t>
            </a:r>
            <a:endParaRPr sz="7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250" y="1885600"/>
            <a:ext cx="528600" cy="38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4294967295" type="ctrTitle"/>
          </p:nvPr>
        </p:nvSpPr>
        <p:spPr>
          <a:xfrm>
            <a:off x="1668003" y="592275"/>
            <a:ext cx="58080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9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300">
                <a:latin typeface="Times New Roman"/>
                <a:ea typeface="Times New Roman"/>
                <a:cs typeface="Times New Roman"/>
                <a:sym typeface="Times New Roman"/>
              </a:rPr>
              <a:t>Questions? </a:t>
            </a:r>
            <a:endParaRPr sz="5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646950" y="3838625"/>
            <a:ext cx="785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Times New Roman"/>
                <a:ea typeface="Times New Roman"/>
                <a:cs typeface="Times New Roman"/>
                <a:sym typeface="Times New Roman"/>
              </a:rPr>
              <a:t>https://emananana.github.io/study-buddy/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890" y="2909848"/>
            <a:ext cx="919083" cy="8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